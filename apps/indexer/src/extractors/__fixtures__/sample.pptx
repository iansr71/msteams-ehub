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 for Branch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 for Opening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 for Closing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induction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Skin Renewal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Disarm the alarm.</a:t>
            </a:r>
          </a:p>
          <a:p>
            <a:r>
              <a:t>Switch on treatment devices.</a:t>
            </a:r>
          </a:p>
          <a:p>
            <a:r>
              <a:t>Check the day's bookings.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the cash-up.</a:t>
            </a:r>
          </a:p>
          <a:p>
            <a:r>
              <a:t>Arm the alarm.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